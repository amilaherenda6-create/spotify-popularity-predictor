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Spotify Popularity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463040"/>
            <a:ext cx="2743200" cy="457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8D4F5"/>
                </a:solidFill>
                <a:latin typeface="Calibri"/>
              </a:rPr>
              <a:t>Can audio features predict a song's success?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148840"/>
            <a:ext cx="6766560" cy="260604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6771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alibri"/>
              </a:rPr>
              <a:t>Student: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267712"/>
            <a:ext cx="4663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Herenda Amila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3347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alibri"/>
              </a:rPr>
              <a:t>Course: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33472"/>
            <a:ext cx="4663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Modelling in Advanced Data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9923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alibri"/>
              </a:rPr>
              <a:t>Professors: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99232"/>
            <a:ext cx="4663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Uroš Godnov · Aleš Gorišek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6499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alibri"/>
              </a:rPr>
              <a:t>Programme: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364992"/>
            <a:ext cx="4663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Int'l Full-Time Master's in Business &amp; Organisation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3075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alibri"/>
              </a:rPr>
              <a:t>Date: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30752"/>
            <a:ext cx="4663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03.07.2026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9651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C3F7"/>
                </a:solidFill>
                <a:latin typeface="Calibri"/>
              </a:rPr>
              <a:t>University: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096512"/>
            <a:ext cx="46634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FELU — Faculty of Economics Ljubljana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8229600" cy="3200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41248"/>
            <a:ext cx="8229600" cy="9144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41248"/>
            <a:ext cx="54864" cy="9144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896112"/>
            <a:ext cx="7863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4F5"/>
                </a:solidFill>
                <a:latin typeface="Calibri"/>
              </a:rPr>
              <a:t>“Every year, millions of songs are uploaded to Spotify.</a:t>
            </a:r>
          </a:p>
          <a:p>
            <a:pPr algn="l"/>
            <a:r>
              <a:rPr sz="1300" b="0" i="1">
                <a:solidFill>
                  <a:srgbClr val="A8D4F5"/>
                </a:solidFill>
                <a:latin typeface="Calibri"/>
              </a:rPr>
              <a:t>Most are never heard. A handful become global hits.”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92807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FD"/>
                </a:solidFill>
                <a:latin typeface="Calibri"/>
              </a:rPr>
              <a:t>The question every artist, producer, and label manager asks: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3931920" cy="822960"/>
          </a:xfrm>
          <a:prstGeom prst="rect">
            <a:avLst/>
          </a:prstGeom>
          <a:solidFill>
            <a:srgbClr val="07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54864" cy="82296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042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🎯  Will this song be a hit?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4F5"/>
                </a:solidFill>
                <a:latin typeface="Calibri"/>
              </a:rPr>
              <a:t>Yes / No prediction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240280"/>
            <a:ext cx="3931920" cy="822960"/>
          </a:xfrm>
          <a:prstGeom prst="rect">
            <a:avLst/>
          </a:prstGeom>
          <a:solidFill>
            <a:srgbClr val="06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240280"/>
            <a:ext cx="54864" cy="8229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3042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📊  How popular will it be?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633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4F5"/>
                </a:solidFill>
                <a:latin typeface="Calibri"/>
              </a:rPr>
              <a:t>Score 0 –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Our approach: Analyse only the audio characteristics of a song —</a:t>
            </a:r>
          </a:p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no artist name, no label, no marketing budget.</a:t>
            </a:r>
          </a:p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If the sound contains the secret to success, our tool will find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8229600" cy="3200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4F5"/>
                </a:solidFill>
                <a:latin typeface="Calibri"/>
              </a:rPr>
              <a:t>Source: Spotify Tracks Dataset (Kaggle 2022)  ·  114,000 tracks  ·  21 audio features  ·  114 genres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474720" cy="749808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43584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114,000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276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4F5"/>
                </a:solidFill>
                <a:latin typeface="Calibri"/>
              </a:rPr>
              <a:t>Spotify songs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3474720" cy="749808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93976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114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780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4F5"/>
                </a:solidFill>
                <a:latin typeface="Calibri"/>
              </a:rPr>
              <a:t>music genres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07792"/>
            <a:ext cx="3474720" cy="749808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94436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3284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4F5"/>
                </a:solidFill>
                <a:latin typeface="Calibri"/>
              </a:rPr>
              <a:t>features per song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58184"/>
            <a:ext cx="3474720" cy="749808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794760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41788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4F5"/>
                </a:solidFill>
                <a:latin typeface="Calibri"/>
              </a:rPr>
              <a:t>popularity target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160520" y="1170432"/>
          <a:ext cx="4754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4FC3F7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4FC3F7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Danceability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Suitability for dancing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Energy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Intensity and activity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Loudness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Overall loudness (dB)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Valence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Positiveness / mood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Tempo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Speed in beats per minute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Acousticness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Live / organic vs electronic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Our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8229600" cy="3200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  <a:latin typeface="Calibri"/>
              </a:rPr>
              <a:t>A practical end-to-end prediction workflow: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9786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234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  <a:latin typeface="Calibri"/>
              </a:rPr>
              <a:t>Clean the dataset, remove duplicates, handle missing values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379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8745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  <a:latin typeface="Calibri"/>
              </a:rPr>
              <a:t>Train classification and regression models independently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7802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25146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  <a:latin typeface="Calibri"/>
              </a:rPr>
              <a:t>Compare each model against a simple baseline (random guessing)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39"/>
            <a:ext cx="502920" cy="5029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18103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A4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154679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  <a:latin typeface="Calibri"/>
              </a:rPr>
              <a:t>Deploy a live app for instant song scoring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8D4F5"/>
                </a:solidFill>
                <a:latin typeface="Calibri"/>
              </a:rPr>
              <a:t>We define a HIT as popularity score ≥ 70  (top 5% of all songs on Spotify)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60520"/>
            <a:ext cx="3931920" cy="640080"/>
          </a:xfrm>
          <a:prstGeom prst="rect">
            <a:avLst/>
          </a:prstGeom>
          <a:solidFill>
            <a:srgbClr val="07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54864" cy="6400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336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🎯  CLASSIFICATION:  Hit or not?  (Yes / No)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4160520"/>
            <a:ext cx="3931920" cy="640080"/>
          </a:xfrm>
          <a:prstGeom prst="rect">
            <a:avLst/>
          </a:prstGeom>
          <a:solidFill>
            <a:srgbClr val="06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4160520"/>
            <a:ext cx="54864" cy="6400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42336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📊  REGRESSION:  Exact score 0 –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Classification Goal: Can this song be popular?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8229600" cy="3200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3931920" cy="1143000"/>
          </a:xfrm>
          <a:prstGeom prst="rect">
            <a:avLst/>
          </a:prstGeom>
          <a:solidFill>
            <a:srgbClr val="07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54864" cy="11430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326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DB954"/>
                </a:solidFill>
                <a:latin typeface="Calibri"/>
              </a:rPr>
              <a:t>Popular (YES)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61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  <a:latin typeface="Calibri"/>
              </a:rPr>
              <a:t>Popularity score ≥ 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179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4F5"/>
                </a:solidFill>
                <a:latin typeface="Calibri"/>
              </a:rPr>
              <a:t>Top 5% on Spotify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868680"/>
            <a:ext cx="3931920" cy="1143000"/>
          </a:xfrm>
          <a:prstGeom prst="rect">
            <a:avLst/>
          </a:prstGeom>
          <a:solidFill>
            <a:srgbClr val="1A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868680"/>
            <a:ext cx="54864" cy="1143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9326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800"/>
                </a:solidFill>
                <a:latin typeface="Calibri"/>
              </a:rPr>
              <a:t>Not Popular (NO)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2618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  <a:latin typeface="Calibri"/>
              </a:rPr>
              <a:t>Popularity score &lt; 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51790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4F5"/>
                </a:solidFill>
                <a:latin typeface="Calibri"/>
              </a:rPr>
              <a:t>95% of all songs uploaded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128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FD"/>
                </a:solidFill>
                <a:latin typeface="Calibri"/>
              </a:rPr>
              <a:t>Why does class imbalance matter?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78608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Only 1 in 20 songs is a hit — so the dataset is heavily skewed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54096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A naive model that says NO to everything gets 95% accuracy — but finds zero hits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29584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We use F1-score and AUC instead of accuracy as our honest success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05072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XGBoost uses scale_pos_weight to correct the imbalance during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Regression Goal: How popular will the song score?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8229600" cy="3200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4FD"/>
                </a:solidFill>
                <a:latin typeface="Calibri"/>
              </a:rPr>
              <a:t>Instead of YES/NO, we predict the exact Spotify popularity score (0 to 100).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371600" cy="384048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0 –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80744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Unknown / brand-new songs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47672"/>
            <a:ext cx="1371600" cy="384048"/>
          </a:xfrm>
          <a:prstGeom prst="rect">
            <a:avLst/>
          </a:prstGeom>
          <a:solidFill>
            <a:srgbClr val="A8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20 –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002536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Most songs — moderate play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9464"/>
            <a:ext cx="1371600" cy="384048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946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40 – 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624328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Gaining traction, some fans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91256"/>
            <a:ext cx="1371600" cy="384048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912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60 – 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246120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Strong performer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13048"/>
            <a:ext cx="1371600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813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Calibri"/>
              </a:rPr>
              <a:t>70 –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867912"/>
            <a:ext cx="6675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HIT: top 5% on the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8D4F5"/>
                </a:solidFill>
                <a:latin typeface="Calibri"/>
              </a:rPr>
              <a:t>Key metric: RMSE (average error in popularity points)</a:t>
            </a:r>
          </a:p>
          <a:p>
            <a:pPr algn="l"/>
            <a:r>
              <a:rPr sz="1100" b="0" i="1">
                <a:solidFill>
                  <a:srgbClr val="A8D4F5"/>
                </a:solidFill>
                <a:latin typeface="Calibri"/>
              </a:rPr>
              <a:t>XGBoost achieves RMSE = 16.7 — on average 17 points from the real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What We Found in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8229600" cy="3200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931920" cy="15544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4864" cy="15544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07899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C3F7"/>
                </a:solidFill>
                <a:latin typeface="Calibri"/>
              </a:rPr>
              <a:t>1 in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572768"/>
            <a:ext cx="3657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Songs reach the hit threshold</a:t>
            </a:r>
          </a:p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5,465 popular out of 106,907 tracks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05840"/>
            <a:ext cx="3931920" cy="15544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005840"/>
            <a:ext cx="54864" cy="1554480"/>
          </a:xfrm>
          <a:prstGeom prst="rect">
            <a:avLst/>
          </a:prstGeom>
          <a:solidFill>
            <a:srgbClr val="A8D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1184" y="107899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8D4F5"/>
                </a:solidFill>
                <a:latin typeface="Calibri"/>
              </a:rPr>
              <a:t>20 – 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1184" y="1572768"/>
            <a:ext cx="3657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Most songs cluster in this range</a:t>
            </a:r>
          </a:p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Many new or obscure tracks score near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3931920" cy="15544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54864" cy="15544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28620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B954"/>
                </a:solidFill>
                <a:latin typeface="Calibri"/>
              </a:rPr>
              <a:t>Genre 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3355848"/>
            <a:ext cx="3657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Genre is the strongest single predictor</a:t>
            </a:r>
          </a:p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Pop, dance, hip-hop score highest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788920"/>
            <a:ext cx="3931920" cy="15544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788920"/>
            <a:ext cx="54864" cy="15544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1184" y="286207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800"/>
                </a:solidFill>
                <a:latin typeface="Calibri"/>
              </a:rPr>
              <a:t>Sound wins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1184" y="3355848"/>
            <a:ext cx="365760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Loud + energetic + danceable = better</a:t>
            </a:r>
          </a:p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Acoustic + instrumental = lower score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How Well Does It Work?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8229600" cy="3200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FD"/>
                </a:solidFill>
                <a:latin typeface="Calibri"/>
              </a:rPr>
              <a:t>YES / NO — Can we identify a hit?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4FC3F7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4FC3F7"/>
                          </a:solidFill>
                          <a:latin typeface="Calibri"/>
                        </a:rPr>
                        <a:t>Hit detection (Recall)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4FC3F7"/>
                          </a:solidFill>
                          <a:latin typeface="Calibri"/>
                        </a:rPr>
                        <a:t>Reliability (AUC)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Random guessing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0% — misses every hit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Some hits found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Similar to above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DB954"/>
                          </a:solidFill>
                          <a:latin typeface="Calibri"/>
                        </a:rPr>
                        <a:t>XGBoost (best) ✅</a:t>
                      </a:r>
                    </a:p>
                  </a:txBody>
                  <a:tcPr>
                    <a:solidFill>
                      <a:srgbClr val="071F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B954"/>
                          </a:solidFill>
                          <a:latin typeface="Calibri"/>
                        </a:rPr>
                        <a:t>76 in 100 hits found</a:t>
                      </a:r>
                    </a:p>
                  </a:txBody>
                  <a:tcPr>
                    <a:solidFill>
                      <a:srgbClr val="071F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B954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>
                    <a:solidFill>
                      <a:srgbClr val="071F1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F4FD"/>
                </a:solidFill>
                <a:latin typeface="Calibri"/>
              </a:rPr>
              <a:t>Exact score — how close are our guesses?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035808"/>
          <a:ext cx="82296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4FC3F7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4FC3F7"/>
                          </a:solidFill>
                          <a:latin typeface="Calibri"/>
                        </a:rPr>
                        <a:t>Average error (RMSE)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4FC3F7"/>
                          </a:solidFill>
                          <a:latin typeface="Calibri"/>
                        </a:rPr>
                        <a:t>vs baseline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Always predict average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±22 points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Ridge Regression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±21 points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4% better</a:t>
                      </a:r>
                    </a:p>
                  </a:txBody>
                  <a:tcPr>
                    <a:solidFill>
                      <a:srgbClr val="1D305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±21 points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E8F4FD"/>
                          </a:solidFill>
                          <a:latin typeface="Calibri"/>
                        </a:rPr>
                        <a:t>9% better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DB954"/>
                          </a:solidFill>
                          <a:latin typeface="Calibri"/>
                        </a:rPr>
                        <a:t>XGBoost (best) ✅</a:t>
                      </a:r>
                    </a:p>
                  </a:txBody>
                  <a:tcPr>
                    <a:solidFill>
                      <a:srgbClr val="071F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B954"/>
                          </a:solidFill>
                          <a:latin typeface="Calibri"/>
                        </a:rPr>
                        <a:t>±17 points</a:t>
                      </a:r>
                    </a:p>
                  </a:txBody>
                  <a:tcPr>
                    <a:solidFill>
                      <a:srgbClr val="071F1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DB954"/>
                          </a:solidFill>
                          <a:latin typeface="Calibri"/>
                        </a:rPr>
                        <a:t>38% better</a:t>
                      </a:r>
                    </a:p>
                  </a:txBody>
                  <a:tcPr>
                    <a:solidFill>
                      <a:srgbClr val="071F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What Matters Most?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8229600" cy="3200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Audio signals that most influence popularity score: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15568"/>
            <a:ext cx="3931920" cy="2651760"/>
          </a:xfrm>
          <a:prstGeom prst="rect">
            <a:avLst/>
          </a:prstGeom>
          <a:solidFill>
            <a:srgbClr val="07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15568"/>
            <a:ext cx="54864" cy="265176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70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B954"/>
                </a:solidFill>
                <a:latin typeface="Calibri"/>
              </a:rPr>
              <a:t>Boosts popularity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910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D"/>
                </a:solidFill>
                <a:latin typeface="Calibri"/>
              </a:rPr>
              <a:t>🎵  Genre — pop, dance, hip-hop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482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D"/>
                </a:solidFill>
                <a:latin typeface="Calibri"/>
              </a:rPr>
              <a:t>🔊  Loudness — louder = more streams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054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D"/>
                </a:solidFill>
                <a:latin typeface="Calibri"/>
              </a:rPr>
              <a:t>💃  Danceability — playlists reward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626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D"/>
                </a:solidFill>
                <a:latin typeface="Calibri"/>
              </a:rPr>
              <a:t>⚡  Energy — intense tracks perform better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115568"/>
            <a:ext cx="3931920" cy="265176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1115568"/>
            <a:ext cx="54864" cy="265176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1704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Reduces popularity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5910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D"/>
                </a:solidFill>
                <a:latin typeface="Calibri"/>
              </a:rPr>
              <a:t>🎹  Instrumentalness — no vocals = lower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0482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D"/>
                </a:solidFill>
                <a:latin typeface="Calibri"/>
              </a:rPr>
              <a:t>🎸  Acousticness — electronic beats win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5054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D"/>
                </a:solidFill>
                <a:latin typeface="Calibri"/>
              </a:rPr>
              <a:t>😴  Duration — very long tracks score lower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96265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D"/>
                </a:solidFill>
                <a:latin typeface="Calibri"/>
              </a:rPr>
              <a:t>🎙️  Speechiness — too much talking hurts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13632"/>
            <a:ext cx="8229600" cy="54864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68496"/>
            <a:ext cx="7863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4F5"/>
                </a:solidFill>
                <a:latin typeface="Calibri"/>
              </a:rPr>
              <a:t>💡  New combined feature: “Club score” (danceability × energy) improved predictions beyond any single measurement.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Try It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8229600" cy="3200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F4FD"/>
                </a:solidFill>
                <a:latin typeface="Calibri"/>
              </a:rPr>
              <a:t>🌐  Open the app now: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spotify-popularity-predictor-dkb249nsp7axa3hkxdpkht.streamlit.app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08176"/>
            <a:ext cx="822960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931920" cy="2606040"/>
          </a:xfrm>
          <a:prstGeom prst="rect">
            <a:avLst/>
          </a:prstGeom>
          <a:solidFill>
            <a:srgbClr val="07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" cy="260604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D4F5"/>
                </a:solidFill>
                <a:latin typeface="Calibri"/>
              </a:rPr>
              <a:t>HIGH-POPULARITY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D4F5"/>
                </a:solidFill>
                <a:latin typeface="Calibri"/>
              </a:rPr>
              <a:t>Pop song: high danceability +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762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B954"/>
                </a:solidFill>
                <a:latin typeface="Calibri"/>
              </a:rPr>
              <a:t>✅  POPULAR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Confidence: 92.6%</a:t>
            </a:r>
          </a:p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Predicted score: 53.6 / 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554480"/>
            <a:ext cx="3931920" cy="2606040"/>
          </a:xfrm>
          <a:prstGeom prst="rect">
            <a:avLst/>
          </a:prstGeom>
          <a:solidFill>
            <a:srgbClr val="1A0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1554480"/>
            <a:ext cx="54864" cy="26060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1627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D4F5"/>
                </a:solidFill>
                <a:latin typeface="Calibri"/>
              </a:rPr>
              <a:t>LOW-POPULARITY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8836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8D4F5"/>
                </a:solidFill>
                <a:latin typeface="Calibri"/>
              </a:rPr>
              <a:t>Classical instrumental: quiet + acoustic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1762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800"/>
                </a:solidFill>
                <a:latin typeface="Calibri"/>
              </a:rPr>
              <a:t>⚠️  NOT 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651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Confidence: 0.07%</a:t>
            </a:r>
          </a:p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Predicted score: 20.8 / 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8D4F5"/>
                </a:solidFill>
                <a:latin typeface="Calibri"/>
              </a:rPr>
              <a:t>Adjust any audio slider — get an instant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Honest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8229600" cy="3200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4023360" cy="2331720"/>
          </a:xfrm>
          <a:prstGeom prst="rect">
            <a:avLst/>
          </a:prstGeom>
          <a:solidFill>
            <a:srgbClr val="07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54864" cy="23317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B954"/>
                </a:solidFill>
                <a:latin typeface="Calibri"/>
              </a:rPr>
              <a:t>What it does well  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✓  Identifies popular vs unpopular reliably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647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✓  Finds 76 out of every 100 genuine hits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037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✓  Good first filter for large catalogues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4261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✓  Confirms genre + energy + danceability matter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868680"/>
            <a:ext cx="4023360" cy="2331720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868680"/>
            <a:ext cx="54864" cy="23317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9144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800"/>
                </a:solidFill>
                <a:latin typeface="Calibri"/>
              </a:rPr>
              <a:t>What it cannot do  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325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✗  Predict viral social momentum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7647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✗  Evaluate artistic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2037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✗  Work well for niche genres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64261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✗  Replace expert human judgment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64992"/>
            <a:ext cx="8229600" cy="132588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38144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DB954"/>
                </a:solidFill>
                <a:latin typeface="Calibri"/>
              </a:rPr>
              <a:t>38%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511296"/>
            <a:ext cx="2743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of popularity explained</a:t>
            </a:r>
          </a:p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by audio features alone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474720"/>
            <a:ext cx="36576" cy="105156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438144"/>
            <a:ext cx="1554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4FC3F7"/>
                </a:solidFill>
                <a:latin typeface="Calibri"/>
              </a:rPr>
              <a:t>62%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11296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artist fame, marketing,</a:t>
            </a:r>
          </a:p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timing &amp; everything else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C3F7"/>
                </a:solidFill>
                <a:latin typeface="Calibri"/>
              </a:rPr>
              <a:t>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8229600" cy="3200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68680"/>
            <a:ext cx="3931920" cy="3611880"/>
          </a:xfrm>
          <a:prstGeom prst="rect">
            <a:avLst/>
          </a:prstGeom>
          <a:solidFill>
            <a:srgbClr val="07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54864" cy="361188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144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B954"/>
                </a:solidFill>
                <a:latin typeface="Calibri"/>
              </a:rPr>
              <a:t>For artists &amp; producers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5331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Choose genre intentionally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Aim for high energy and danceability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5059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Keep tracks under 4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99231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Produce loudly (within streaming norms)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8D4F5"/>
                </a:solidFill>
                <a:latin typeface="Calibri"/>
              </a:rPr>
              <a:t>These are data patterns — not rules.</a:t>
            </a:r>
          </a:p>
          <a:p>
            <a:pPr algn="l"/>
            <a:r>
              <a:rPr sz="1000" b="0" i="1">
                <a:solidFill>
                  <a:srgbClr val="A8D4F5"/>
                </a:solidFill>
                <a:latin typeface="Calibri"/>
              </a:rPr>
              <a:t>Originality still matters.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868680"/>
            <a:ext cx="3931920" cy="3611880"/>
          </a:xfrm>
          <a:prstGeom prst="rect">
            <a:avLst/>
          </a:prstGeom>
          <a:solidFill>
            <a:srgbClr val="06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868680"/>
            <a:ext cx="54864" cy="361188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9144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C3F7"/>
                </a:solidFill>
                <a:latin typeface="Calibri"/>
              </a:rPr>
              <a:t>For labels &amp; A&amp;R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35331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Use as a first-pass filter on demos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190195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Surface new tracks before listen data exists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45059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Do not use as the final gatekeeper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999231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4FD"/>
                </a:solidFill>
                <a:latin typeface="Calibri"/>
              </a:rPr>
              <a:t>▸  Human taste and expertise remain essential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6118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8D4F5"/>
                </a:solidFill>
                <a:latin typeface="Calibri"/>
              </a:rPr>
              <a:t>Treat prediction as guidance,</a:t>
            </a:r>
          </a:p>
          <a:p>
            <a:pPr algn="l"/>
            <a:r>
              <a:rPr sz="1000" b="0" i="1">
                <a:solidFill>
                  <a:srgbClr val="A8D4F5"/>
                </a:solidFill>
                <a:latin typeface="Calibri"/>
              </a:rPr>
              <a:t>not the final decision.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"/>
            <a:ext cx="8229600" cy="4617720"/>
          </a:xfrm>
          <a:prstGeom prst="rect">
            <a:avLst/>
          </a:prstGeom>
          <a:solidFill>
            <a:srgbClr val="24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"/>
            <a:ext cx="8229600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34440"/>
            <a:ext cx="2743200" cy="4572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C3F7"/>
                </a:solidFill>
                <a:latin typeface="Calibri"/>
              </a:rPr>
              <a:t>Herenda Amila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8D4F5"/>
                </a:solidFill>
                <a:latin typeface="Calibri"/>
              </a:rPr>
              <a:t>Modelling in Advanced Data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8D4F5"/>
                </a:solidFill>
                <a:latin typeface="Calibri"/>
              </a:rPr>
              <a:t>Faculty of Economics Ljubljana (FELU)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420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8D4F5"/>
                </a:solidFill>
                <a:latin typeface="Calibri"/>
              </a:rPr>
              <a:t>Int'l Full-Time Master's Programme in Business and Organisation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950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8D4F5"/>
                </a:solidFill>
                <a:latin typeface="Calibri"/>
              </a:rPr>
              <a:t>03.07.2026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310128"/>
            <a:ext cx="4937760" cy="5303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33649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Professors: Uroš Godnov  ·  Aleš Gorišek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6849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8F4FD"/>
                </a:solidFill>
                <a:latin typeface="Calibri"/>
              </a:rPr>
              <a:t>🌐  Try the app live: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C3F7"/>
                </a:solidFill>
                <a:latin typeface="Calibri"/>
              </a:rPr>
              <a:t>spotify-popularity-predictor-dkb249nsp7axa3hkxdpkht.streamlit.app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